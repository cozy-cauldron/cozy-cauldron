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4660"/>
  </p:normalViewPr>
  <p:slideViewPr>
    <p:cSldViewPr snapToGrid="0">
      <p:cViewPr varScale="1">
        <p:scale>
          <a:sx n="76" d="100"/>
          <a:sy n="76" d="100"/>
        </p:scale>
        <p:origin x="3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A1F8-7A09-1452-8AC8-3BD1ACC01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91401-8EAB-0688-D331-07DAA1B18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60BEF-79AB-87AD-8D8D-F41B3F6F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652BC-7FFD-345D-CADB-60080B34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1818D-9CAE-EA7A-26F6-3C58A870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3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0FE2-CAAB-5D02-622B-DD9AA5E9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EB7AC-69D8-C8B5-1194-F6B0EC3D1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3483C-B050-D540-BE7D-DA58EF55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05D50-EC61-5278-A0E7-B4088251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74ED7-8470-36BC-CE0C-A91DF6D7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9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54A2E-555F-AE70-670C-B7042B0A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D3902-035C-231F-2549-4732F19A7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26B8E-2891-6040-37BE-7B8AA928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9A02E-665A-FB13-AE21-78A95535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2997C-B4B3-451A-6762-68E0668D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A7CB-2336-8645-9FC9-204FA665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1864-E299-46E6-FD2A-20BB9A833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2F090-281C-D9B1-4FFC-BAD0E652F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2146C-EEF6-8564-A42F-D5F9D1E4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3267B-F4F5-B960-6C07-4407256A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EA82C-6EFA-8D93-BF6A-BFD58964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3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5EDA-8800-6738-D32C-7FEB26ED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8D3D8-4DF5-D7AA-22DD-7AF73E0DF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6EFD9-9EC2-6586-0296-26AE0BB12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9E303-FF6C-1CCC-6B38-A1CB84A41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415C23-6F7D-8AAA-01DD-FE64FDA88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8B9D7-A847-85C6-C3D4-2C5F3AB3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65E33A-3FB2-4D91-E3DC-AE710332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10D57-D644-5866-6C6D-6A90B98C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7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1B460-BC72-B515-8B7B-F2D4F3A7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D1FF6-5481-C3AF-0F1D-89F795CC6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D63F6-0613-7376-0E99-8AA6B61F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C0358-359D-8433-2C54-B1ABAB7A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7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426AB-2540-9BEB-6CBA-DE3EBA0F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CFE95-2CC2-05D2-047E-3D6F497D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74B3E-89EA-61E2-AE76-2FE29C71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5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4B02-B9D8-E16F-CF32-CABB68E0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F7EC-1250-86E5-4CFF-E9D037D47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ED76B-B18D-3C67-994B-734576E87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09BDA-12E3-10DE-5BD5-845FB1EE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3A064-FCC1-031B-EDF4-4FC46FB7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94F32-D0DA-6ED7-3796-B5F4F954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05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BF67-CCCA-0821-48BC-114864FB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A4AE11-A66D-7CB1-5002-5A0346A7E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90FEB-F21A-3CD3-0D77-34BD03502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E9A0E-76F6-5455-FD90-98F4AC639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4104E-F39C-A455-6F8C-EE759B22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6A9B4-E26E-F703-D36B-492ED4CE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68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EA38-4D6F-B1C9-3516-D0414B5A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B65FE-0920-D752-0CF5-8B21D1E0A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1E646-5BB0-D22A-3249-7B94509D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A169D-8864-F97C-D7FD-99F02362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809C5-A619-3FBB-EDDB-43571953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0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059EA1-46D1-5092-4067-1AF6532BE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CF909-E215-A733-D69C-B84B85235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8FDFA-A663-0EEE-2546-CDC69905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179FD-98B4-E3DE-749A-8EEB59D5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A5F27-278C-7FEB-CF76-A6DE8A78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3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2E41D-E9C4-C072-69A9-08E11903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E9EE0-81B6-18BE-0774-6C7D46829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FC0D5-B8AA-1C7C-BDD3-0A693FF92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49F83-5E57-4287-83D3-7C443BCE379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822E-870F-614C-22CE-4B3BA2AB2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15B84-A112-B1CA-86B5-7985A8012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6EA25-7AB0-4585-92E7-8BFE6E53A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9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D632BA-A8CC-6F9F-D52C-5F296DDAA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17" y="2944383"/>
            <a:ext cx="5068304" cy="3206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306E39-B0D2-7A74-760C-73D587E75BBB}"/>
              </a:ext>
            </a:extLst>
          </p:cNvPr>
          <p:cNvSpPr txBox="1"/>
          <p:nvPr/>
        </p:nvSpPr>
        <p:spPr>
          <a:xfrm>
            <a:off x="469305" y="328475"/>
            <a:ext cx="5626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‘A’ to Interact</a:t>
            </a:r>
          </a:p>
          <a:p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‘B’ to Exit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E593A-0777-6BED-D3C7-B3CAFCE9CE4C}"/>
              </a:ext>
            </a:extLst>
          </p:cNvPr>
          <p:cNvSpPr txBox="1"/>
          <p:nvPr/>
        </p:nvSpPr>
        <p:spPr>
          <a:xfrm>
            <a:off x="469305" y="1453354"/>
            <a:ext cx="4965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Get Recipes from the Crystal Ball in your room!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A5BAAE-19B0-65FD-8D3B-80B0FD4E5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077" y="2652906"/>
            <a:ext cx="4273464" cy="3604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877A8E-13BF-7A6E-E825-2F302224D486}"/>
              </a:ext>
            </a:extLst>
          </p:cNvPr>
          <p:cNvSpPr txBox="1"/>
          <p:nvPr/>
        </p:nvSpPr>
        <p:spPr>
          <a:xfrm>
            <a:off x="6573241" y="1171215"/>
            <a:ext cx="49657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Use portals to travel around the lands for ingredients</a:t>
            </a:r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099B46B2-56A9-4A98-D16B-66585F90FA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8947" t="-328947" r="-328947" b="-328947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86431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03"/>
    </mc:Choice>
    <mc:Fallback>
      <p:transition spd="slow" advTm="96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36E1AD-2429-1FD8-1B54-D70057372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369693" y="2514689"/>
            <a:ext cx="5485368" cy="3016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CE8E79-7BC1-5C40-BDB5-232051B80F7A}"/>
              </a:ext>
            </a:extLst>
          </p:cNvPr>
          <p:cNvSpPr txBox="1"/>
          <p:nvPr/>
        </p:nvSpPr>
        <p:spPr>
          <a:xfrm>
            <a:off x="731069" y="867182"/>
            <a:ext cx="50788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Find or complete minigames to get ingredients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B7440-0000-6F94-0B9E-0535A3DA6B9F}"/>
              </a:ext>
            </a:extLst>
          </p:cNvPr>
          <p:cNvSpPr txBox="1"/>
          <p:nvPr/>
        </p:nvSpPr>
        <p:spPr>
          <a:xfrm>
            <a:off x="6696114" y="867182"/>
            <a:ext cx="50043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‘C’ while moving the wand to complete a symbol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D33532-C71D-5267-3FE0-2D4404502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87" y="2417758"/>
            <a:ext cx="5687219" cy="3210373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05A72476-B076-6849-A993-2413793C41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8947" t="-328947" r="-328947" b="-328947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80952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295"/>
    </mc:Choice>
    <mc:Fallback>
      <p:transition spd="slow" advTm="92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8060D2-104D-3DBC-6E86-5520F13D7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17" y="2563434"/>
            <a:ext cx="5058481" cy="3353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63668F-04FD-0C07-3EEE-9EFDA0CBD7B4}"/>
              </a:ext>
            </a:extLst>
          </p:cNvPr>
          <p:cNvSpPr txBox="1"/>
          <p:nvPr/>
        </p:nvSpPr>
        <p:spPr>
          <a:xfrm>
            <a:off x="1792715" y="754814"/>
            <a:ext cx="32894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Use the cauldron to craft a potion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A5824A-28E2-F489-7A46-DFF1745C2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748" y="2764762"/>
            <a:ext cx="5675790" cy="28271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365840-09BF-1BE8-A2DB-A53412A09BC5}"/>
              </a:ext>
            </a:extLst>
          </p:cNvPr>
          <p:cNvSpPr txBox="1"/>
          <p:nvPr/>
        </p:nvSpPr>
        <p:spPr>
          <a:xfrm>
            <a:off x="7098006" y="706716"/>
            <a:ext cx="38938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Return to the crystal ball to turn in the correct potion!</a:t>
            </a: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C832E8A2-6597-8A88-C336-AC1696746E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8947" t="-328947" r="-328947" b="-328947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97706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38"/>
    </mc:Choice>
    <mc:Fallback>
      <p:transition spd="slow" advTm="93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66</Words>
  <Application>Microsoft Office PowerPoint</Application>
  <PresentationFormat>Widescreen</PresentationFormat>
  <Paragraphs>8</Paragraphs>
  <Slides>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Cascadia Code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Doan, Emilie</dc:creator>
  <cp:lastModifiedBy>Doan, Emilie</cp:lastModifiedBy>
  <cp:revision>1</cp:revision>
  <dcterms:created xsi:type="dcterms:W3CDTF">2025-10-30T23:55:57Z</dcterms:created>
  <dcterms:modified xsi:type="dcterms:W3CDTF">2025-10-31T00:37:50Z</dcterms:modified>
</cp:coreProperties>
</file>